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Infosys Investor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Highlights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Update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If such assets are considered to be impaired, the impairment to amount. The carrying amount of the asset is increased to its</a:t>
            </a:r>
          </a:p>
          <a:p>
            <a:r>
              <a:t>be recognized in the Statement of Profit and Loss is measured by revised recoverable amount, provided that this amount does not</a:t>
            </a:r>
          </a:p>
          <a:p>
            <a:r>
              <a:t>the amount by which the carrying value of the assets exceeds the exceed the carrying amount that would have been determined</a:t>
            </a:r>
          </a:p>
          <a:p>
            <a:r>
              <a:t>estimated recoverable amount of the asset. An impairment loss (net of any accumulated depreciation) had no impairment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Update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details of the defined benefit retirement plans and the amounts recognized in the Standalone financial statements as at March 31,</a:t>
            </a:r>
          </a:p>
          <a:p>
            <a:r>
              <a:t>2025 and March 31, 2024 are as follows:</a:t>
            </a:r>
          </a:p>
          <a:p>
            <a:r>
              <a:t>As at March 31, As at March 31,</a:t>
            </a:r>
          </a:p>
          <a:p>
            <a:r>
              <a:t>Benefit obligations at the beginning 1,830 1,524 686 591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Update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Group in accordance with Ind AS 115, Revenue from Contract with</a:t>
            </a:r>
          </a:p>
          <a:p>
            <a:r>
              <a:t>Particulars Year ended March 31,</a:t>
            </a:r>
          </a:p>
          <a:p>
            <a:r>
              <a:t>Customers. As at March 31, 2025 and March 31, 2024, the financial liability</a:t>
            </a:r>
          </a:p>
          <a:p>
            <a:r>
              <a:t>2025 2024 pertaining to such arrangements amounts to ₹67 crore and ₹372 crore,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