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B9F2-9E28-98FD-B4A1-F32BCD432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86DBB-3D58-E819-1042-00812B174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AB30B-14D0-C52C-DC15-DC3C4852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27CD3-0C18-9022-E62E-BE1FEC48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E13C-6E83-6AF7-D35B-B13C59BA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2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0408-31C9-0E98-DE5E-003AFD75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B30F-C3A4-798E-8B40-ECF02DA57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ABA01-5187-77D8-74FE-316C026C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D96B8-427F-EBAF-0A0F-DFC41C5A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4F5CD-3844-26B3-4900-06FF257E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4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E83A-5C10-E67F-8280-0D9EDF633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F7A01-FEFE-46A6-CC26-8CBCF19D2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AAA4C-DED8-5CC4-19CC-1FAD03BA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4990-F9BA-6917-2BA5-E437F9F5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22254-C343-89F7-804D-BD519758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1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6EFF-DBC2-41BE-76D1-EE1164B9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38C7-4873-8C16-231C-F89E42B28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47301-97A1-E241-9BB6-960320FAF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35D8F-298A-27ED-3669-1D45F249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8DD38-BD77-6079-EDD5-D49081DC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7A122-0295-A6DC-24C6-ECFBF705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64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A22B-F22E-F2C9-BFAA-D537707A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F787E-DAF5-B392-B4BB-DB9179B4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3F569-FBBD-5EB9-BD3E-60D16643E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10623-3E37-777D-2318-8AFC9C393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8C930-3629-61A5-4C02-F3A65BA23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DA802-9AEA-4040-FFB3-4120B93F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E37F9-750A-A87C-AD2B-65550258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2DB1D-D0D0-5165-E8CE-AA59A960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7E86-2726-2153-B513-5DCB82AD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40B66-9CF3-9A0E-4A94-1E27F885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B2129-B9B4-9752-CD09-0698A510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02AEB-D06C-D4DA-0C91-B69AAF1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7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69778-B3B9-E6F4-64E7-348D2339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4D79E-B056-F261-A3FA-97268D2C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005BA-D95C-588D-976D-C4F00015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9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3112-025F-4F95-A764-612CEAD9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7FA7-9E98-9E41-54AC-4E299FE12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A3D70-865B-B2C5-FB8D-CC5DE208E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3049-75E6-A93F-7452-F69E211B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12A89-7A66-231F-609A-52AA2694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42AF5-3F1B-C60D-21A1-022BB843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3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334C-FA17-5161-8F37-F244B0DE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CA6E1-F511-BEF3-E078-7D2933D32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9BF4F-A162-D10D-9504-46AFA6745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3806D-397E-E6E3-EC8E-8A9510F1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97630-AF06-9D4A-EE53-E4FCAB4F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0D134-9511-95A7-ABBF-EACFF45D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6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4867-5E74-B9D2-D3FA-0B410F0B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B7EED-DDAE-034D-7EE9-B3A863D25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91C9A-D87A-B808-B377-C6B24C58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6015-0FF6-E499-88CE-A288B910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32089-8E16-A51A-C716-810BD8A6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7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9E086-68AE-A6BF-AA8C-A57F72613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84425-15F5-E267-5B8A-8F9BDF910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3AAE4-8A41-72EB-0D78-07527EE3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E7D4A-C286-1AF0-985B-D59C4BBF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7F368-FC55-EB8E-C7B6-762F325A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5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66121-DD73-34C9-E722-2ED84F35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ACBEB-E27C-9E39-4476-B57412216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B9E5-E878-8AEA-01A1-958BDFD89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23445-C2ED-4E38-9DE6-B8B8CC0F2C3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18A00-4512-0EA7-951C-425E22221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5C6-37C3-E7CD-701E-B1B5AC1AB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583E3-87E8-4DCA-BDEB-8830D3C44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0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8E58A3-E981-6B95-BE51-4694F36D1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24" y="93517"/>
            <a:ext cx="6634811" cy="67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3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00CE2-7AD4-5DF5-8973-7F8B07F7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4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Bhatnagar Salil (CR/RAI1-IN)</dc:creator>
  <cp:lastModifiedBy>Bhatnagar Salil (CR/RAI1-IN)</cp:lastModifiedBy>
  <cp:revision>4</cp:revision>
  <dcterms:created xsi:type="dcterms:W3CDTF">2026-02-18T08:10:57Z</dcterms:created>
  <dcterms:modified xsi:type="dcterms:W3CDTF">2026-02-18T11:08:46Z</dcterms:modified>
</cp:coreProperties>
</file>